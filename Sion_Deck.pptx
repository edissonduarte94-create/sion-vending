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A82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A3F46">
              <a:alpha val="60000"/>
            </a:srgbClr>
          </a:solidFill>
          <a:ln w="12700">
            <a:solidFill>
              <a:srgbClr val="0A3F46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502920"/>
            <a:ext cx="640080" cy="850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801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VENDING MACHINES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12700">
            <a:solidFill>
              <a:srgbClr val="0C54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45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en tu espacio,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gestionado por nosotros.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6858000" cy="594360"/>
          </a:xfrm>
          <a:prstGeom prst="rect">
            <a:avLst/>
          </a:prstGeom>
          <a:solidFill>
            <a:srgbClr val="E0A82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ataduras de marca. Solo la experiencia que tu equipo merece.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hola@sionvending.co  ·  Bogotá, Colombia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 merece una pausa.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¿Tienen dónde tomarla?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8FBFB"/>
          </a:solidFill>
          <a:ln w="12700">
            <a:solidFill>
              <a:srgbClr val="C8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" cy="1371600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Salen del edificio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Pierden 20–30 min buscando una tienda o cafetería. Tiempo que no vuelve.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4206240" cy="1371600"/>
          </a:xfrm>
          <a:prstGeom prst="rect">
            <a:avLst/>
          </a:prstGeom>
          <a:solidFill>
            <a:srgbClr val="F8FBFB"/>
          </a:solidFill>
          <a:ln w="12700">
            <a:solidFill>
              <a:srgbClr val="C8DA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91640"/>
            <a:ext cx="54864" cy="1371600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Interrumpen su concentración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impulso de buscar algo para comer rompe el flujo de trabajo.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206240" cy="1371600"/>
          </a:xfrm>
          <a:prstGeom prst="rect">
            <a:avLst/>
          </a:prstGeom>
          <a:solidFill>
            <a:srgbClr val="F8FBFB"/>
          </a:solidFill>
          <a:ln w="12700">
            <a:solidFill>
              <a:srgbClr val="C8DA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54864" cy="1371600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Gastan más de lo que deberían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deliveries y cafeterías externas cobran caro. Siempre.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246120"/>
            <a:ext cx="4206240" cy="1371600"/>
          </a:xfrm>
          <a:prstGeom prst="rect">
            <a:avLst/>
          </a:prstGeom>
          <a:solidFill>
            <a:srgbClr val="F8FBFB"/>
          </a:solidFill>
          <a:ln w="12700">
            <a:solidFill>
              <a:srgbClr val="C8DA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246120"/>
            <a:ext cx="54864" cy="1371600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empresa pierde una oportunidad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beneficio, el colaborador no lo valora. Ni lo recuerda.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 bienestar que tu empresa necesita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286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gratis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inversión. La ponemos, la operamos, la mantenemos. Tu empresa no gasta un peso.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51760" cy="2286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 automática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Monitoreamos el stock en tiempo real y reponemos antes de que se acabe. Sin que lo notes.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2286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cliente con ventas, stock y reportes en tiempo real. Visibilidad total.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160520"/>
            <a:ext cx="9144000" cy="978408"/>
          </a:xfrm>
          <a:prstGeom prst="rect">
            <a:avLst/>
          </a:prstGeom>
          <a:solidFill>
            <a:srgbClr val="E0A82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60520"/>
            <a:ext cx="8046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estamos atados a ninguna marca. El mix de productos es exclusivamente para tu equipo."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 pasos, tu empresa tiene un punto de bienestar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965960" cy="3017520"/>
          </a:xfrm>
          <a:prstGeom prst="rect">
            <a:avLst/>
          </a:prstGeom>
          <a:solidFill>
            <a:srgbClr val="EDF7F8"/>
          </a:solidFill>
          <a:ln w="12700">
            <a:solidFill>
              <a:srgbClr val="C8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91640"/>
            <a:ext cx="777240" cy="777240"/>
          </a:xfrm>
          <a:prstGeom prst="ellipse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contactas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2004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Cuéntanos cuántas personas hay. Respondemos en &lt; 24h.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2880360"/>
            <a:ext cx="164592" cy="0"/>
          </a:xfrm>
          <a:prstGeom prst="line">
            <a:avLst/>
          </a:prstGeom>
          <a:noFill/>
          <a:ln w="25400">
            <a:solidFill>
              <a:srgbClr val="22A8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508760"/>
            <a:ext cx="1965960" cy="3017520"/>
          </a:xfrm>
          <a:prstGeom prst="rect">
            <a:avLst/>
          </a:prstGeom>
          <a:solidFill>
            <a:srgbClr val="EDF7F8"/>
          </a:solidFill>
          <a:ln w="12700">
            <a:solidFill>
              <a:srgbClr val="C8DA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691640"/>
            <a:ext cx="777240" cy="777240"/>
          </a:xfrm>
          <a:prstGeom prst="ellipse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70048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Visitamos el sitio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0048" y="32004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Evaluamos el espacio gratis y definimos el mix ideal.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880360"/>
            <a:ext cx="164592" cy="0"/>
          </a:xfrm>
          <a:prstGeom prst="line">
            <a:avLst/>
          </a:prstGeom>
          <a:noFill/>
          <a:ln w="25400">
            <a:solidFill>
              <a:srgbClr val="22A8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508760"/>
            <a:ext cx="1965960" cy="3017520"/>
          </a:xfrm>
          <a:prstGeom prst="rect">
            <a:avLst/>
          </a:prstGeom>
          <a:solidFill>
            <a:srgbClr val="EDF7F8"/>
          </a:solidFill>
          <a:ln w="12700">
            <a:solidFill>
              <a:srgbClr val="C8DA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1691640"/>
            <a:ext cx="777240" cy="777240"/>
          </a:xfrm>
          <a:prstGeom prst="ellipse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64608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Instalamos en 48h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2004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lista. Sin obras, sin costos, sin trámites.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2880360"/>
            <a:ext cx="164592" cy="0"/>
          </a:xfrm>
          <a:prstGeom prst="line">
            <a:avLst/>
          </a:prstGeom>
          <a:noFill/>
          <a:ln w="25400">
            <a:solidFill>
              <a:srgbClr val="22A8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508760"/>
            <a:ext cx="1965960" cy="3017520"/>
          </a:xfrm>
          <a:prstGeom prst="rect">
            <a:avLst/>
          </a:prstGeom>
          <a:solidFill>
            <a:srgbClr val="E0A82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691640"/>
            <a:ext cx="777240" cy="777240"/>
          </a:xfrm>
          <a:prstGeom prst="ellipse">
            <a:avLst/>
          </a:prstGeom>
          <a:solidFill>
            <a:srgbClr val="082E32"/>
          </a:solidFill>
          <a:ln w="12700">
            <a:solidFill>
              <a:srgbClr val="082E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59168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operamos todo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59168" y="32004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Reposición, mantenimiento y reportes. Tú no haces nada.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permanencia obligatoria  ·  ✓ Sin inversión de tu empresa  ·  ✓ 100% operado por Sion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espacios con personas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1325880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y oficinas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9280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 bienestar de tus colaboradores sin aumentar tu carga operativa. Ideal para 50+ personas.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17320"/>
            <a:ext cx="54864" cy="1325880"/>
          </a:xfrm>
          <a:prstGeom prst="rect">
            <a:avLst/>
          </a:prstGeom>
          <a:solidFill>
            <a:srgbClr val="1D7A52"/>
          </a:solidFill>
          <a:ln w="12700">
            <a:solidFill>
              <a:srgbClr val="1D7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15087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Hospitales y clínicas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89280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24/7 para personal médico, pacientes y familiares. Sin interrupciones.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26080"/>
            <a:ext cx="54864" cy="1325880"/>
          </a:xfrm>
          <a:prstGeom prst="rect">
            <a:avLst/>
          </a:prstGeom>
          <a:solidFill>
            <a:srgbClr val="22A8B0"/>
          </a:solidFill>
          <a:ln w="12700">
            <a:solidFill>
              <a:srgbClr val="22A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0175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40156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y bebidas para estudiantes entre clase y clase. Alto flujo, variedad garantizada.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26080"/>
            <a:ext cx="54864" cy="1325880"/>
          </a:xfrm>
          <a:prstGeom prst="rect">
            <a:avLst/>
          </a:prstGeom>
          <a:solidFill>
            <a:srgbClr val="A06C00"/>
          </a:solidFill>
          <a:ln w="12700">
            <a:solidFill>
              <a:srgbClr val="A06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0" y="30175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industriales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340156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rápida para operarios en turnos largos con descansos cortos. Siempre disponible.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espacio no está en esta lista? Escríbenos igual. Si hay personas, hay oportunidad.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A3F46"/>
          </a:solidFill>
          <a:ln w="12700">
            <a:solidFill>
              <a:srgbClr val="0A3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A3F46"/>
          </a:solidFill>
          <a:ln w="12700">
            <a:solidFill>
              <a:srgbClr val="0A3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ATADURAS DE MARCA.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experiencia que tu equipo merece, en constante evolución.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12700">
            <a:solidFill>
              <a:srgbClr val="0C5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3931920" cy="2651760"/>
          </a:xfrm>
          <a:prstGeom prst="rect">
            <a:avLst/>
          </a:prstGeom>
          <a:solidFill>
            <a:srgbClr val="0A3F46"/>
          </a:solidFill>
          <a:ln w="12700">
            <a:solidFill>
              <a:srgbClr val="0C5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Vending tradicional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Mix fijo de 40 SKUs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Atado a distribuidores de marca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 datos reales de consumo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Mismo surtido siempre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965960"/>
            <a:ext cx="3931920" cy="2651760"/>
          </a:xfrm>
          <a:prstGeom prst="rect">
            <a:avLst/>
          </a:prstGeom>
          <a:solidFill>
            <a:srgbClr val="0C546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Mix adaptado, +120 SKUs rotativos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971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compromisos de marca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429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 en tiempo real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886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Evoluciona con los hábitos de tu equipo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representamos ninguna marca. Elegimos los productos según los hábitos reales de tu equipo."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74"/>
          </a:solidFill>
          <a:ln w="12700">
            <a:solidFill>
              <a:srgbClr val="0D6E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hablan por sí solos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188720"/>
          </a:xfrm>
          <a:prstGeom prst="rect">
            <a:avLst/>
          </a:prstGeom>
          <a:solidFill>
            <a:srgbClr val="EDF7F8"/>
          </a:solidFill>
          <a:ln w="12700">
            <a:solidFill>
              <a:srgbClr val="D4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30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de tu empresa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023360" cy="1188720"/>
          </a:xfrm>
          <a:prstGeom prst="rect">
            <a:avLst/>
          </a:prstGeom>
          <a:solidFill>
            <a:srgbClr val="EDF7F8"/>
          </a:solidFill>
          <a:ln w="12700">
            <a:solidFill>
              <a:srgbClr val="D4EF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716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754880" y="2130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aprobación a máquina operando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023360" cy="1188720"/>
          </a:xfrm>
          <a:prstGeom prst="rect">
            <a:avLst/>
          </a:prstGeom>
          <a:solidFill>
            <a:srgbClr val="EDF7F8"/>
          </a:solidFill>
          <a:ln w="12700">
            <a:solidFill>
              <a:srgbClr val="D4EF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35021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gestionada por 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4023360" cy="1188720"/>
          </a:xfrm>
          <a:prstGeom prst="rect">
            <a:avLst/>
          </a:prstGeom>
          <a:solidFill>
            <a:srgbClr val="EDF7F8"/>
          </a:solidFill>
          <a:ln w="12700">
            <a:solidFill>
              <a:srgbClr val="D4EF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743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4.9★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754880" y="35021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promedio de usuarios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082E32"/>
          </a:solidFill>
          <a:ln w="12700">
            <a:solidFill>
              <a:srgbClr val="082E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14800"/>
            <a:ext cx="804672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"Pensamos que era complicado, pero en 3 días ya teníamos la máquina operando. El equipo de RRHH no tuvo que hacer nada."</a:t>
            </a:r>
            <a:pPr indent="0" marL="0">
              <a:buNone/>
            </a:pPr>
            <a:r>
              <a:rPr lang="en-US" sz="1150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María José R., Gerente de Bienestar · Clínica del Country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82E32"/>
          </a:solidFill>
          <a:ln w="12700">
            <a:solidFill>
              <a:srgbClr val="082E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E0A82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 instalar su punto de bienestar?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377440"/>
            <a:ext cx="320040" cy="320040"/>
          </a:xfrm>
          <a:prstGeom prst="ellipse">
            <a:avLst/>
          </a:prstGeom>
          <a:solidFill>
            <a:srgbClr val="E0A82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de 15 min para entender su espacio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999232"/>
            <a:ext cx="320040" cy="320040"/>
          </a:xfrm>
          <a:prstGeom prst="ellipse">
            <a:avLst/>
          </a:prstGeom>
          <a:solidFill>
            <a:srgbClr val="E0A82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técnica gratuita a sus instalaciones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621024"/>
            <a:ext cx="320040" cy="320040"/>
          </a:xfrm>
          <a:prstGeom prst="ellipse">
            <a:avLst/>
          </a:prstGeom>
          <a:solidFill>
            <a:srgbClr val="E0A820"/>
          </a:solidFill>
          <a:ln w="12700">
            <a:solidFill>
              <a:srgbClr val="E0A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6210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en 48 horas — sin obras ni inversión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411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Contáctanos hoy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166360" y="1143000"/>
            <a:ext cx="3474720" cy="0"/>
          </a:xfrm>
          <a:prstGeom prst="line">
            <a:avLst/>
          </a:prstGeom>
          <a:noFill/>
          <a:ln w="19050">
            <a:solidFill>
              <a:srgbClr val="082E32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371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0" y="13898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hola@sionvending.co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0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disponible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26700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Bogotá, Colombia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66360" y="3520440"/>
            <a:ext cx="3474720" cy="685800"/>
          </a:xfrm>
          <a:prstGeom prst="rect">
            <a:avLst/>
          </a:prstGeom>
          <a:solidFill>
            <a:srgbClr val="082E32"/>
          </a:solidFill>
          <a:ln w="12700">
            <a:solidFill>
              <a:srgbClr val="082E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5204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demo gratuita 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66360" y="4343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ataduras de marca. Solo la experiencia que tu equipo merece.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4480560"/>
            <a:ext cx="320040" cy="4297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04672" y="4498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 VENDING MACHINES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Sion Vending Machines — Presentación Comercial</dc:title>
  <dc:subject>PptxGenJS Presentation</dc:subject>
  <dc:creator>Sion Vending Machines</dc:creator>
  <cp:lastModifiedBy>Sion Vending Machines</cp:lastModifiedBy>
  <cp:revision>1</cp:revision>
  <dcterms:created xsi:type="dcterms:W3CDTF">2026-03-28T14:35:36Z</dcterms:created>
  <dcterms:modified xsi:type="dcterms:W3CDTF">2026-03-28T14:35:36Z</dcterms:modified>
</cp:coreProperties>
</file>